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806501-104A-BBD6-4EBD-CD048A0BAA7C}"/>
              </a:ext>
            </a:extLst>
          </p:cNvPr>
          <p:cNvSpPr/>
          <p:nvPr/>
        </p:nvSpPr>
        <p:spPr>
          <a:xfrm>
            <a:off x="-18168" y="2056255"/>
            <a:ext cx="5871281" cy="48318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566EB5-FA87-6EE7-B73A-492B3500CEB7}"/>
              </a:ext>
            </a:extLst>
          </p:cNvPr>
          <p:cNvSpPr/>
          <p:nvPr/>
        </p:nvSpPr>
        <p:spPr>
          <a:xfrm>
            <a:off x="5857699" y="3455192"/>
            <a:ext cx="6334125" cy="3427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88C271-C3FA-36DF-9BC3-0F57BEA44664}"/>
              </a:ext>
            </a:extLst>
          </p:cNvPr>
          <p:cNvSpPr/>
          <p:nvPr/>
        </p:nvSpPr>
        <p:spPr>
          <a:xfrm>
            <a:off x="5863343" y="793"/>
            <a:ext cx="6328481" cy="33033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2659E2-9027-5C09-090C-8B19ADDAD975}"/>
              </a:ext>
            </a:extLst>
          </p:cNvPr>
          <p:cNvSpPr/>
          <p:nvPr/>
        </p:nvSpPr>
        <p:spPr>
          <a:xfrm>
            <a:off x="-12524" y="793"/>
            <a:ext cx="5871282" cy="20564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A51031-FDCF-1B4A-D4C8-B9E77243CBBB}"/>
              </a:ext>
            </a:extLst>
          </p:cNvPr>
          <p:cNvSpPr txBox="1"/>
          <p:nvPr/>
        </p:nvSpPr>
        <p:spPr>
          <a:xfrm>
            <a:off x="179475" y="150548"/>
            <a:ext cx="5209428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Robot and Sensors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</a:rPr>
              <a:t>Camera (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RealSense D435i)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Light Detection and Ranging (LiDAR) 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Leg &amp; arm motors (Loco Client)</a:t>
            </a:r>
          </a:p>
          <a:p>
            <a:pPr marL="285750" indent="-285750">
              <a:buFont typeface="Calibri"/>
              <a:buChar char="-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Speaker + microphone (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AudioClient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)</a:t>
            </a:r>
          </a:p>
          <a:p>
            <a:pPr marL="285750" indent="-285750">
              <a:buFont typeface="Calibri"/>
              <a:buChar char="-"/>
            </a:pP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B55372-DA73-FAF2-0A3B-9CC96AD1CBA2}"/>
              </a:ext>
            </a:extLst>
          </p:cNvPr>
          <p:cNvSpPr txBox="1"/>
          <p:nvPr/>
        </p:nvSpPr>
        <p:spPr>
          <a:xfrm>
            <a:off x="6732675" y="150548"/>
            <a:ext cx="4583906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Interface Layers</a:t>
            </a:r>
            <a:endParaRPr lang="en-US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bg1"/>
                </a:solidFill>
              </a:rPr>
              <a:t>Unitree SDK (low/high API)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bg1"/>
                </a:solidFill>
              </a:rPr>
              <a:t>Data Distribution Services (DDS)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>
                <a:solidFill>
                  <a:schemeClr val="bg1"/>
                </a:solidFill>
              </a:rPr>
              <a:t>Robot O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p</a:t>
            </a:r>
            <a:r>
              <a:rPr lang="en-US">
                <a:solidFill>
                  <a:schemeClr val="bg1"/>
                </a:solidFill>
              </a:rPr>
              <a:t>erating</a:t>
            </a:r>
            <a:r>
              <a:rPr lang="en-US" dirty="0">
                <a:solidFill>
                  <a:schemeClr val="bg1"/>
                </a:solidFill>
              </a:rPr>
              <a:t> System (ROS)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bg1"/>
                </a:solidFill>
              </a:rPr>
              <a:t>Motors and Sensors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0EAE64-C027-93A4-5679-220C67A3C5DD}"/>
              </a:ext>
            </a:extLst>
          </p:cNvPr>
          <p:cNvSpPr txBox="1"/>
          <p:nvPr/>
        </p:nvSpPr>
        <p:spPr>
          <a:xfrm>
            <a:off x="179475" y="2182843"/>
            <a:ext cx="4877417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How to find a duck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Capture RGB frame from RealSense D435i</a:t>
            </a:r>
          </a:p>
          <a:p>
            <a:pPr marL="285750" indent="-285750">
              <a:buFont typeface="Calibri"/>
              <a:buChar char="-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Detect duck via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euclidian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similarity between feature vector from a 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precaptured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image and camera image features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Calculate Euclidian distance from LiDAR data</a:t>
            </a:r>
          </a:p>
          <a:p>
            <a:pPr marL="285750" indent="-285750">
              <a:buFont typeface="Calibri"/>
              <a:buChar char="-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Send walk command via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LocoClient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if object far away</a:t>
            </a:r>
          </a:p>
          <a:p>
            <a:pPr marL="285750" indent="-285750">
              <a:buFont typeface="Calibri"/>
              <a:buChar char="-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Send turn command via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LocoClient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if object too close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If similarity high enough – turn slowly 90 degrees left and turn 180 degrees right.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en-US" dirty="0">
                <a:solidFill>
                  <a:schemeClr val="bg1"/>
                </a:solidFill>
              </a:rPr>
              <a:t>Otherwise </a:t>
            </a:r>
            <a:r>
              <a:rPr lang="en-US">
                <a:solidFill>
                  <a:schemeClr val="bg1"/>
                </a:solidFill>
              </a:rPr>
              <a:t>walk straight again.</a:t>
            </a:r>
            <a:endParaRPr lang="en-US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0" name="here-is-the-duck">
            <a:hlinkClick r:id="" action="ppaction://media"/>
            <a:extLst>
              <a:ext uri="{FF2B5EF4-FFF2-40B4-BE49-F238E27FC236}">
                <a16:creationId xmlns:a16="http://schemas.microsoft.com/office/drawing/2014/main" id="{D14F4C16-8825-B6B0-A3E2-F7B63D24E22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48065" y="3284561"/>
            <a:ext cx="6341660" cy="359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137</cp:revision>
  <dcterms:created xsi:type="dcterms:W3CDTF">2026-07-04T10:38:47Z</dcterms:created>
  <dcterms:modified xsi:type="dcterms:W3CDTF">2026-07-07T08:20:19Z</dcterms:modified>
</cp:coreProperties>
</file>